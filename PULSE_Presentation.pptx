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80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4592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3464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3464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464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2336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2336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1208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8952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8952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8952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8952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8952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7432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78240" y="128016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778240" y="228600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778240" y="4297680"/>
            <a:ext cx="36576" cy="36576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12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PULSE</a:t>
            </a:r>
            <a:endParaRPr lang="en-US" sz="8000" dirty="0"/>
          </a:p>
        </p:txBody>
      </p:sp>
      <p:sp>
        <p:nvSpPr>
          <p:cNvPr id="44" name="Text 42"/>
          <p:cNvSpPr/>
          <p:nvPr/>
        </p:nvSpPr>
        <p:spPr>
          <a:xfrm>
            <a:off x="6858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Real-Time Athlete Fatigue Detection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" y="3246120"/>
            <a:ext cx="658368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"Coaches are blind to what's happening inside their athletes' bodies — we give them eyes."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08660" y="4032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Sport-Tech Hackathon 2026  |  Team PULSE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32320" y="1097280"/>
            <a:ext cx="16459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32320" y="1097280"/>
            <a:ext cx="4572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269480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2057400"/>
            <a:ext cx="16459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7132320" y="2057400"/>
            <a:ext cx="4572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2694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26948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32320" y="3017520"/>
            <a:ext cx="16459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132320" y="3017520"/>
            <a:ext cx="4572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694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~0ms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269480" y="3438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32320" y="3977640"/>
            <a:ext cx="16459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32320" y="3977640"/>
            <a:ext cx="4572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2694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7269480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Coaches Can't See Inside Their Athletes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9748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4572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Blind Decisions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rely on visual cues — heavy breathing, slow movement. By then the body is already past its limit.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9748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97480" cy="4572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Preventable Injuries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Overtraining injuries happen daily at every level of sport. Most are entirely preventable with the right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9748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97480" cy="4572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Inaccessible Solutions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wearables cost $10,000+. 99% of teams worldwide cannot afford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coaches see and what's actually happening inside an athlete's body costs careers — and sometimes lives.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PULSE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55448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544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+ MAX30100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samples/sec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2633472"/>
            <a:ext cx="164592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417320"/>
            <a:ext cx="155448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417320"/>
            <a:ext cx="15544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Protocol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handshake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latency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84448" y="2633472"/>
            <a:ext cx="164592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1417320"/>
            <a:ext cx="155448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1417320"/>
            <a:ext cx="155448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C++23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writes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21808" y="2633472"/>
            <a:ext cx="164592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1417320"/>
            <a:ext cx="155448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1417320"/>
            <a:ext cx="155448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Biomarkers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2633472"/>
            <a:ext cx="164592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23760" y="1417320"/>
            <a:ext cx="155448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1417320"/>
            <a:ext cx="15544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WebSocket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Coach 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BIOMARKERS ANALYZED: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27048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27048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79776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79776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32504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32504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X/Y/Z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85232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85232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37960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37960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 Rate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90688" y="4480560"/>
            <a:ext cx="11430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90688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Trend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48640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4864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SPORT·TECH  /  PERFORMANCE MONITOR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23444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01368" y="1828800"/>
            <a:ext cx="123444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01368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99816" y="1828800"/>
            <a:ext cx="123444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99816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98264" y="1828800"/>
            <a:ext cx="1234440" cy="320040"/>
          </a:xfrm>
          <a:prstGeom prst="rect">
            <a:avLst/>
          </a:prstGeom>
          <a:solidFill>
            <a:srgbClr val="1A0A0A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98264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240280"/>
            <a:ext cx="5212080" cy="320040"/>
          </a:xfrm>
          <a:prstGeom prst="rect">
            <a:avLst/>
          </a:prstGeom>
          <a:solidFill>
            <a:srgbClr val="1A0505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258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FATIGUE DETECTED — ATHLETE NEEDS 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651760"/>
            <a:ext cx="12344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76072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177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6072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01368" y="2651760"/>
            <a:ext cx="12344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745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7452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874520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99816" y="2651760"/>
            <a:ext cx="12344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72968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172968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172968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98264" y="2651760"/>
            <a:ext cx="12344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71416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 RATE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71416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71416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BR/MIN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807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783080"/>
            <a:ext cx="26517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HR, SpO₂, Accel flowing in real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2587752"/>
            <a:ext cx="26517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83680" y="26334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phase indicator — athlete progressing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0" y="3392424"/>
            <a:ext cx="26517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83680" y="343814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banner fires automatically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80760" y="4197096"/>
            <a:ext cx="26517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7220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583680" y="42428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report — hand to a judge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FF88"/>
                </a:solidFill>
                <a:latin typeface="Arial Black" pitchFamily="34" charset="0"/>
              </a:rPr>
              <a:t>$60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201168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0116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201168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201168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~0ms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417320"/>
            <a:ext cx="201168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0" y="1417320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08660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27432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54864" cy="1371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SpO₂ · Accel · AI Fatigue · PDF Reports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383280"/>
            <a:ext cx="27432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3383280"/>
            <a:ext cx="54864" cy="13716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Multi-athlete · Mobile alerts · Sweat cortisol sensors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383280"/>
            <a:ext cx="27432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383280"/>
            <a:ext cx="54864" cy="1371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 · Team dashboards · Sport-specific models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team. Any sport. Any budget. This is the future of athlete monitoring."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373</Words>
  <Application>Microsoft Office PowerPoint</Application>
  <PresentationFormat>On-screen Show (16:9)</PresentationFormat>
  <Paragraphs>112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Abusalman, Ghaith | Student</cp:lastModifiedBy>
  <cp:revision>3</cp:revision>
  <dcterms:created xsi:type="dcterms:W3CDTF">2026-05-16T15:43:38Z</dcterms:created>
  <dcterms:modified xsi:type="dcterms:W3CDTF">2026-05-17T09:02:35Z</dcterms:modified>
</cp:coreProperties>
</file>